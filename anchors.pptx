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73875" cy="100615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69BE-77A8-BE8B-A6D1-4CCB09D04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F4754-A6DC-D61C-759C-8F917BD62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F8646-4280-90A5-3C68-779EB918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C12BE-6543-F17E-9800-0102EB43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870F9-004F-4612-8194-CA081907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31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BC54-C5FC-44C1-54E6-6BD47606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B8E3C-EEA5-98EA-6F4B-3D4ED8AFE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B61F8-4A33-2C12-9C9A-EADAF4AA5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92E99-8C58-C693-66A0-888A58E6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43A1-A43D-C977-C03D-316F4205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6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E672-5563-AFCA-1565-9B04F179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5796-F273-3E0C-C65E-329A912B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6D4B9-A567-8EAB-8DB8-B81D5A65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44F25-CD4C-CC7D-2AD1-36313345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67993-8DF8-509D-AF58-1B18CBF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80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597B-8A87-7CDB-809C-EA71F8F4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3202-E606-D9FE-ED7A-18806D3E9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8BFBD-1035-CE95-9ACB-CA189EC8E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D8F7D-9D3D-3FC8-46E2-6B0E03D7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A00B5-7CF6-3447-6B09-34C0EA13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B2C96-D3BC-D3BE-AD9F-8B63CE6E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30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4EE5-96B3-76D4-3E23-279F5C60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425B5-89DF-EC5E-A16B-6C84C99B3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89C47-E27B-C15E-9D23-98BAEE642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34805-FF2F-4491-2771-87EA7B9C3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7CEE77-C698-3586-9C68-3153ED73C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4E4E8-DC3B-4548-C0C6-AB06FA7F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166D0-0C71-1544-0879-EF3CF1AB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C9F61-FBB4-4C6B-5885-D4248E38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02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531E-C882-BDE9-0BB6-C481B7E7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85162-DC94-A597-80DF-72A6A90B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3E181-4632-3824-7788-F78F06DC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70307-16C9-D096-CB0B-9C3EE815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72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64282-810B-5462-DC13-310CACB4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8E90D-B4D6-4C09-4B02-614A2292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D2D22-C12D-60DC-CD78-134CAF57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670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1652-29A9-E7F6-671E-010CDE8A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8B48-2918-D008-8948-D425BFE86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1C9FD-AE86-51CE-DE9E-14F1B28B9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2D80F-7822-28A5-4211-6E31B19D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A1376-AE37-E28E-BA09-725BFF641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E4023-568A-5379-F0C0-D3EF6C1B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66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1B57-FFAB-122F-C00C-4248AE0F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077A2-6622-D842-BA29-B06E30B7E04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8000D-583C-36D7-08DE-FD0D86411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7C8CD-4AA7-AB16-6188-D47252E3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EB01C-BA98-5F93-8FF6-D6568594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E2115-C6BD-9A97-C45E-9701D228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73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35FA-4FCE-3788-62B1-47F3AC7D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5CC24-12C9-477E-C4FB-7FBD15E9B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C5C23-DA22-6786-9916-8EDF61E2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835F6-F531-4683-07FF-B51082F8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9089-9CA8-A672-9549-86915EC5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3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035BB-FD94-97FF-2063-1495F5865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B8F34-021A-0586-C159-430F207A3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B54DD-738D-8882-F43C-56C9B21F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2CAF-E96F-6A7F-E9D4-F8B7A520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C201-E159-ABA5-D1B0-F4C2F1C1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91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DF15E-530E-B19F-0FB2-013CF844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C6041-469B-D80E-C348-A5B2F1477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22C70-6650-33AA-E2AD-30FA3EB923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DE4B7-9B2E-4076-AFF7-BD486FE14032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80FB3-2AAE-F342-9175-D0317C6C9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371CC-1BC2-B1ED-F4EC-9A69505B1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F4A12-BF12-4DC8-87BF-E633E0BD99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17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5.png">
            <a:extLst>
              <a:ext uri="{FF2B5EF4-FFF2-40B4-BE49-F238E27FC236}">
                <a16:creationId xmlns:a16="http://schemas.microsoft.com/office/drawing/2014/main" id="{F0EAD999-DC0B-B9AA-F5BD-A1CDAE537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12" y="2350960"/>
            <a:ext cx="21621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4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le:Hiro marker ARjs.png - Wikimedia Commons">
            <a:extLst>
              <a:ext uri="{FF2B5EF4-FFF2-40B4-BE49-F238E27FC236}">
                <a16:creationId xmlns:a16="http://schemas.microsoft.com/office/drawing/2014/main" id="{9E884D52-F747-CF13-FA55-227D8911B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450" y="2517648"/>
            <a:ext cx="19431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72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le:Kanji marker ARjs.png - Wikimedia Commons">
            <a:extLst>
              <a:ext uri="{FF2B5EF4-FFF2-40B4-BE49-F238E27FC236}">
                <a16:creationId xmlns:a16="http://schemas.microsoft.com/office/drawing/2014/main" id="{A86F42DB-EDE5-C42C-0012-EAD2E340E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12" y="2346198"/>
            <a:ext cx="216217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4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Arlindo Santos</dc:creator>
  <cp:lastModifiedBy>Arlindo Santos</cp:lastModifiedBy>
  <cp:revision>1</cp:revision>
  <cp:lastPrinted>2026-10-13T15:47:41Z</cp:lastPrinted>
  <dcterms:created xsi:type="dcterms:W3CDTF">2026-10-13T15:40:55Z</dcterms:created>
  <dcterms:modified xsi:type="dcterms:W3CDTF">2026-10-13T15:48:35Z</dcterms:modified>
</cp:coreProperties>
</file>