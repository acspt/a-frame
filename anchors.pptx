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73875" cy="1006157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45" d="100"/>
          <a:sy n="45" d="100"/>
        </p:scale>
        <p:origin x="1025" y="4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F569BE-77A8-BE8B-A6D1-4CCB09D04A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A6F4754-A6DC-D61C-759C-8F917BD62F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CF8646-4280-90A5-3C68-779EB918C9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FDE4B7-9B2E-4076-AFF7-BD486FE14032}" type="datetimeFigureOut">
              <a:rPr lang="en-GB" smtClean="0"/>
              <a:t>13/10/2026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5C12BE-6543-F17E-9800-0102EB4363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4870F9-004F-4612-8194-CA08190732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0F4A12-BF12-4DC8-87BF-E633E0BD996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23119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08BC54-C5FC-44C1-54E6-6BD4760676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AB8E3C-EEA5-98EA-6F4B-3D4ED8AFE5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5B61F8-4A33-2C12-9C9A-EADAF4AA50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FDE4B7-9B2E-4076-AFF7-BD486FE14032}" type="datetimeFigureOut">
              <a:rPr lang="en-GB" smtClean="0"/>
              <a:t>13/10/2026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E92E99-8C58-C693-66A0-888A58E6F1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0543A1-A43D-C977-C03D-316F4205D9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0F4A12-BF12-4DC8-87BF-E633E0BD996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8611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0BE672-5563-AFCA-1565-9B04F17952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F85796-F273-3E0C-C65E-329A912B92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46D4B9-A567-8EAB-8DB8-B81D5A65A1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FDE4B7-9B2E-4076-AFF7-BD486FE14032}" type="datetimeFigureOut">
              <a:rPr lang="en-GB" smtClean="0"/>
              <a:t>13/10/2026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444F25-CD4C-CC7D-2AD1-3631334553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A67993-8DF8-509D-AF58-1B18CBF87D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0F4A12-BF12-4DC8-87BF-E633E0BD996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788027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90597B-8A87-7CDB-809C-EA71F8F430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C73202-E606-D9FE-ED7A-18806D3E97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F8BFBD-1035-CE95-9ACB-CA189EC8EC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BD8F7D-9D3D-3FC8-46E2-6B0E03D7AA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FDE4B7-9B2E-4076-AFF7-BD486FE14032}" type="datetimeFigureOut">
              <a:rPr lang="en-GB" smtClean="0"/>
              <a:t>13/10/2026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E5A00B5-7CF6-3447-6B09-34C0EA1369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6B2C96-D3BC-D3BE-AD9F-8B63CE6E4E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0F4A12-BF12-4DC8-87BF-E633E0BD996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913000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034EE5-96B3-76D4-3E23-279F5C60F0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6425B5-89DF-EC5E-A16B-6C84C99B3F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A189C47-E27B-C15E-9D23-98BAEE6424B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6834805-FF2F-4491-2771-87EA7B9C304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B7CEE77-C698-3586-9C68-3153ED73C65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F4E4E8-DC3B-4548-C0C6-AB06FA7F0C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FDE4B7-9B2E-4076-AFF7-BD486FE14032}" type="datetimeFigureOut">
              <a:rPr lang="en-GB" smtClean="0"/>
              <a:t>13/10/2026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A2166D0-0C71-1544-0879-EF3CF1AB9F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93C9F61-FBB4-4C6B-5885-D4248E3836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0F4A12-BF12-4DC8-87BF-E633E0BD996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20289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08531E-C882-BDE9-0BB6-C481B7E71F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385162-DC94-A597-80DF-72A6A90BE3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FDE4B7-9B2E-4076-AFF7-BD486FE14032}" type="datetimeFigureOut">
              <a:rPr lang="en-GB" smtClean="0"/>
              <a:t>13/10/2026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0D3E181-4632-3824-7788-F78F06DC05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970307-16C9-D096-CB0B-9C3EE815B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0F4A12-BF12-4DC8-87BF-E633E0BD996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47205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864282-810B-5462-DC13-310CACB4A8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FDE4B7-9B2E-4076-AFF7-BD486FE14032}" type="datetimeFigureOut">
              <a:rPr lang="en-GB" smtClean="0"/>
              <a:t>13/10/2026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C08E90D-B4D6-4C09-4B02-614A2292D9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DD2D22-C12D-60DC-CD78-134CAF57B1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0F4A12-BF12-4DC8-87BF-E633E0BD996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56704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E71652-29A9-E7F6-671E-010CDE8A81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A18B48-2918-D008-8948-D425BFE867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2E1C9FD-AE86-51CE-DE9E-14F1B28B95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A2D80F-7822-28A5-4211-6E31B19DF8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FDE4B7-9B2E-4076-AFF7-BD486FE14032}" type="datetimeFigureOut">
              <a:rPr lang="en-GB" smtClean="0"/>
              <a:t>13/10/2026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1A1376-AE37-E28E-BA09-725BFF6416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DE4023-568A-5379-F0C0-D3EF6C1B63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0F4A12-BF12-4DC8-87BF-E633E0BD996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26611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E31B57-FFAB-122F-C00C-4248AE0FAF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2E077A2-6622-D842-BA29-B06E30B7E04E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08000D-583C-36D7-08DE-FD0D86411E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387C8CD-4AA7-AB16-6188-D47252E369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FDE4B7-9B2E-4076-AFF7-BD486FE14032}" type="datetimeFigureOut">
              <a:rPr lang="en-GB" smtClean="0"/>
              <a:t>13/10/2026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5EB01C-BA98-5F93-8FF6-D65685946A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0DE2115-C6BD-9A97-C45E-9701D2285E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0F4A12-BF12-4DC8-87BF-E633E0BD996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047311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635FA-4FCE-3788-62B1-47F3AC7DC3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B75CC24-12C9-477E-C4FB-7FBD15E9BE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2C5C23-DA22-6786-9916-8EDF61E2EB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FDE4B7-9B2E-4076-AFF7-BD486FE14032}" type="datetimeFigureOut">
              <a:rPr lang="en-GB" smtClean="0"/>
              <a:t>13/10/2026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E835F6-F531-4683-07FF-B51082F8DB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0F9089-9CA8-A672-9549-86915EC54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0F4A12-BF12-4DC8-87BF-E633E0BD996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53381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B6035BB-FD94-97FF-2063-1495F5865A1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76B8F34-021A-0586-C159-430F207A30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5B54DD-738D-8882-F43C-56C9B21F62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FDE4B7-9B2E-4076-AFF7-BD486FE14032}" type="datetimeFigureOut">
              <a:rPr lang="en-GB" smtClean="0"/>
              <a:t>13/10/2026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1C2CAF-E96F-6A7F-E9D4-F8B7A5203E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BAC201-E159-ABA5-D1B0-F4C2F1C1E1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0F4A12-BF12-4DC8-87BF-E633E0BD996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529183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BBDF15E-530E-B19F-0FB2-013CF844B8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3C6041-469B-D80E-C348-A5B2F1477F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C22C70-6650-33AA-E2AD-30FA3EB9236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CFDE4B7-9B2E-4076-AFF7-BD486FE14032}" type="datetimeFigureOut">
              <a:rPr lang="en-GB" smtClean="0"/>
              <a:t>13/10/2026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280FB3-2AAE-F342-9175-D0317C6C93A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A371CC-1BC2-B1ED-F4EC-9A69505B1E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F0F4A12-BF12-4DC8-87BF-E633E0BD996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81781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5.png">
            <a:extLst>
              <a:ext uri="{FF2B5EF4-FFF2-40B4-BE49-F238E27FC236}">
                <a16:creationId xmlns:a16="http://schemas.microsoft.com/office/drawing/2014/main" id="{F0EAD999-DC0B-B9AA-F5BD-A1CDAE5373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4912" y="2350960"/>
            <a:ext cx="2162175" cy="2162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34448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File:Hiro marker ARjs.png - Wikimedia Commons">
            <a:extLst>
              <a:ext uri="{FF2B5EF4-FFF2-40B4-BE49-F238E27FC236}">
                <a16:creationId xmlns:a16="http://schemas.microsoft.com/office/drawing/2014/main" id="{9E884D52-F747-CF13-FA55-227D8911BF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4450" y="2517648"/>
            <a:ext cx="1943100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31727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File:Kanji marker ARjs.png - Wikimedia Commons">
            <a:extLst>
              <a:ext uri="{FF2B5EF4-FFF2-40B4-BE49-F238E27FC236}">
                <a16:creationId xmlns:a16="http://schemas.microsoft.com/office/drawing/2014/main" id="{A86F42DB-EDE5-C42C-0012-EAD2E340EB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4912" y="2346198"/>
            <a:ext cx="2162175" cy="2171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77450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9C9953D-178B-F23C-D60A-C8C5E41A0C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7984" y="1085088"/>
            <a:ext cx="6954996" cy="4431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12927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FFFFFF"/>
      </a:dk1>
      <a:lt1>
        <a:sysClr val="window" lastClr="000000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154</TotalTime>
  <Words>0</Words>
  <Application>Microsoft Office PowerPoint</Application>
  <PresentationFormat>Widescreen</PresentationFormat>
  <Paragraphs>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Arlindo Santos</dc:creator>
  <cp:lastModifiedBy>Arlindo Santos</cp:lastModifiedBy>
  <cp:revision>1</cp:revision>
  <cp:lastPrinted>2026-10-13T15:47:41Z</cp:lastPrinted>
  <dcterms:created xsi:type="dcterms:W3CDTF">2026-10-13T15:40:55Z</dcterms:created>
  <dcterms:modified xsi:type="dcterms:W3CDTF">2026-10-13T18:15:23Z</dcterms:modified>
</cp:coreProperties>
</file>